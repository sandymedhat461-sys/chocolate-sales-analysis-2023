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94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DB700E-4D4F-4469-940F-B99FE3576AEB}" v="427" dt="2025-07-15T22:57:38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y Medhat" userId="8e355dcb228010c9" providerId="LiveId" clId="{8FDB700E-4D4F-4469-940F-B99FE3576AEB}"/>
    <pc:docChg chg="undo custSel addSld delSld modSld">
      <pc:chgData name="Sandy Medhat" userId="8e355dcb228010c9" providerId="LiveId" clId="{8FDB700E-4D4F-4469-940F-B99FE3576AEB}" dt="2025-07-15T23:01:38.610" v="2363" actId="6549"/>
      <pc:docMkLst>
        <pc:docMk/>
      </pc:docMkLst>
      <pc:sldChg chg="addSp delSp modSp mod">
        <pc:chgData name="Sandy Medhat" userId="8e355dcb228010c9" providerId="LiveId" clId="{8FDB700E-4D4F-4469-940F-B99FE3576AEB}" dt="2025-07-15T18:29:54.897" v="8" actId="26606"/>
        <pc:sldMkLst>
          <pc:docMk/>
          <pc:sldMk cId="2668121032" sldId="256"/>
        </pc:sldMkLst>
        <pc:spChg chg="mod ord">
          <ac:chgData name="Sandy Medhat" userId="8e355dcb228010c9" providerId="LiveId" clId="{8FDB700E-4D4F-4469-940F-B99FE3576AEB}" dt="2025-07-15T18:29:54.897" v="8" actId="26606"/>
          <ac:spMkLst>
            <pc:docMk/>
            <pc:sldMk cId="2668121032" sldId="256"/>
            <ac:spMk id="2" creationId="{91A4B992-A781-2773-BD8F-2B711071BC1C}"/>
          </ac:spMkLst>
        </pc:spChg>
        <pc:spChg chg="del mod">
          <ac:chgData name="Sandy Medhat" userId="8e355dcb228010c9" providerId="LiveId" clId="{8FDB700E-4D4F-4469-940F-B99FE3576AEB}" dt="2025-07-15T17:55:35.238" v="3" actId="21"/>
          <ac:spMkLst>
            <pc:docMk/>
            <pc:sldMk cId="2668121032" sldId="256"/>
            <ac:spMk id="3" creationId="{7CF5406A-0697-3AAC-A763-468B53BEA954}"/>
          </ac:spMkLst>
        </pc:spChg>
        <pc:spChg chg="del">
          <ac:chgData name="Sandy Medhat" userId="8e355dcb228010c9" providerId="LiveId" clId="{8FDB700E-4D4F-4469-940F-B99FE3576AEB}" dt="2025-07-15T18:29:54.897" v="8" actId="26606"/>
          <ac:spMkLst>
            <pc:docMk/>
            <pc:sldMk cId="2668121032" sldId="256"/>
            <ac:spMk id="9" creationId="{33E93247-6229-44AB-A550-739E971E690B}"/>
          </ac:spMkLst>
        </pc:spChg>
        <pc:spChg chg="del">
          <ac:chgData name="Sandy Medhat" userId="8e355dcb228010c9" providerId="LiveId" clId="{8FDB700E-4D4F-4469-940F-B99FE3576AEB}" dt="2025-07-15T18:29:54.897" v="8" actId="26606"/>
          <ac:spMkLst>
            <pc:docMk/>
            <pc:sldMk cId="2668121032" sldId="256"/>
            <ac:spMk id="11" creationId="{A5D67320-FCFD-4931-AAF7-C6C853329C7F}"/>
          </ac:spMkLst>
        </pc:spChg>
        <pc:spChg chg="add">
          <ac:chgData name="Sandy Medhat" userId="8e355dcb228010c9" providerId="LiveId" clId="{8FDB700E-4D4F-4469-940F-B99FE3576AEB}" dt="2025-07-15T18:29:54.897" v="8" actId="26606"/>
          <ac:spMkLst>
            <pc:docMk/>
            <pc:sldMk cId="2668121032" sldId="256"/>
            <ac:spMk id="18" creationId="{33E93247-6229-44AB-A550-739E971E690B}"/>
          </ac:spMkLst>
        </pc:spChg>
        <pc:spChg chg="add">
          <ac:chgData name="Sandy Medhat" userId="8e355dcb228010c9" providerId="LiveId" clId="{8FDB700E-4D4F-4469-940F-B99FE3576AEB}" dt="2025-07-15T18:29:54.897" v="8" actId="26606"/>
          <ac:spMkLst>
            <pc:docMk/>
            <pc:sldMk cId="2668121032" sldId="256"/>
            <ac:spMk id="20" creationId="{D21F66AB-6D67-4C86-A415-0B6E4EEC5ABA}"/>
          </ac:spMkLst>
        </pc:spChg>
        <pc:picChg chg="mod">
          <ac:chgData name="Sandy Medhat" userId="8e355dcb228010c9" providerId="LiveId" clId="{8FDB700E-4D4F-4469-940F-B99FE3576AEB}" dt="2025-07-15T18:29:54.897" v="8" actId="26606"/>
          <ac:picMkLst>
            <pc:docMk/>
            <pc:sldMk cId="2668121032" sldId="256"/>
            <ac:picMk id="4" creationId="{C8935815-03C0-B9F5-3B5E-623E0DE425CC}"/>
          </ac:picMkLst>
        </pc:picChg>
        <pc:cxnChg chg="del">
          <ac:chgData name="Sandy Medhat" userId="8e355dcb228010c9" providerId="LiveId" clId="{8FDB700E-4D4F-4469-940F-B99FE3576AEB}" dt="2025-07-15T18:29:54.897" v="8" actId="26606"/>
          <ac:cxnSpMkLst>
            <pc:docMk/>
            <pc:sldMk cId="2668121032" sldId="256"/>
            <ac:cxnSpMk id="13" creationId="{EE2E603F-4A95-4FE8-BB06-211DFD75DBEF}"/>
          </ac:cxnSpMkLst>
        </pc:cxnChg>
        <pc:cxnChg chg="add">
          <ac:chgData name="Sandy Medhat" userId="8e355dcb228010c9" providerId="LiveId" clId="{8FDB700E-4D4F-4469-940F-B99FE3576AEB}" dt="2025-07-15T18:29:54.897" v="8" actId="26606"/>
          <ac:cxnSpMkLst>
            <pc:docMk/>
            <pc:sldMk cId="2668121032" sldId="256"/>
            <ac:cxnSpMk id="22" creationId="{0B66F5E1-B07D-4718-F4B4-5FCE4B7E8F44}"/>
          </ac:cxnSpMkLst>
        </pc:cxnChg>
      </pc:sldChg>
      <pc:sldChg chg="addSp delSp modSp new mod setBg">
        <pc:chgData name="Sandy Medhat" userId="8e355dcb228010c9" providerId="LiveId" clId="{8FDB700E-4D4F-4469-940F-B99FE3576AEB}" dt="2025-07-15T22:37:16.704" v="2013" actId="20577"/>
        <pc:sldMkLst>
          <pc:docMk/>
          <pc:sldMk cId="1642348440" sldId="257"/>
        </pc:sldMkLst>
        <pc:spChg chg="mod">
          <ac:chgData name="Sandy Medhat" userId="8e355dcb228010c9" providerId="LiveId" clId="{8FDB700E-4D4F-4469-940F-B99FE3576AEB}" dt="2025-07-15T18:48:04.336" v="185" actId="313"/>
          <ac:spMkLst>
            <pc:docMk/>
            <pc:sldMk cId="1642348440" sldId="257"/>
            <ac:spMk id="2" creationId="{5E2C5A1F-D80B-8F96-4F0E-A1779A367C29}"/>
          </ac:spMkLst>
        </pc:spChg>
        <pc:spChg chg="del mod">
          <ac:chgData name="Sandy Medhat" userId="8e355dcb228010c9" providerId="LiveId" clId="{8FDB700E-4D4F-4469-940F-B99FE3576AEB}" dt="2025-07-15T18:33:19.491" v="47" actId="21"/>
          <ac:spMkLst>
            <pc:docMk/>
            <pc:sldMk cId="1642348440" sldId="257"/>
            <ac:spMk id="3" creationId="{A8612C5A-0EC4-2740-4FA7-0BAE84AB50E0}"/>
          </ac:spMkLst>
        </pc:spChg>
        <pc:spChg chg="add del mod">
          <ac:chgData name="Sandy Medhat" userId="8e355dcb228010c9" providerId="LiveId" clId="{8FDB700E-4D4F-4469-940F-B99FE3576AEB}" dt="2025-07-15T18:32:38.646" v="45" actId="21"/>
          <ac:spMkLst>
            <pc:docMk/>
            <pc:sldMk cId="1642348440" sldId="257"/>
            <ac:spMk id="4" creationId="{D19648D9-F177-ACF5-7299-E93498D17AAD}"/>
          </ac:spMkLst>
        </pc:spChg>
        <pc:spChg chg="add del">
          <ac:chgData name="Sandy Medhat" userId="8e355dcb228010c9" providerId="LiveId" clId="{8FDB700E-4D4F-4469-940F-B99FE3576AEB}" dt="2025-07-15T18:33:27.440" v="49" actId="478"/>
          <ac:spMkLst>
            <pc:docMk/>
            <pc:sldMk cId="1642348440" sldId="257"/>
            <ac:spMk id="5" creationId="{CE72BBD3-3D7F-58F3-9466-E68E2403772D}"/>
          </ac:spMkLst>
        </pc:spChg>
        <pc:spChg chg="add mod">
          <ac:chgData name="Sandy Medhat" userId="8e355dcb228010c9" providerId="LiveId" clId="{8FDB700E-4D4F-4469-940F-B99FE3576AEB}" dt="2025-07-15T19:55:45.926" v="565" actId="207"/>
          <ac:spMkLst>
            <pc:docMk/>
            <pc:sldMk cId="1642348440" sldId="257"/>
            <ac:spMk id="6" creationId="{81642BC6-DC18-AE94-669F-19A5D1DF9CD1}"/>
          </ac:spMkLst>
        </pc:spChg>
        <pc:spChg chg="add del">
          <ac:chgData name="Sandy Medhat" userId="8e355dcb228010c9" providerId="LiveId" clId="{8FDB700E-4D4F-4469-940F-B99FE3576AEB}" dt="2025-07-15T17:59:26.808" v="6" actId="26606"/>
          <ac:spMkLst>
            <pc:docMk/>
            <pc:sldMk cId="1642348440" sldId="257"/>
            <ac:spMk id="8" creationId="{EEF92585-7A99-6108-9663-8C59032742EC}"/>
          </ac:spMkLst>
        </pc:spChg>
        <pc:spChg chg="add mod">
          <ac:chgData name="Sandy Medhat" userId="8e355dcb228010c9" providerId="LiveId" clId="{8FDB700E-4D4F-4469-940F-B99FE3576AEB}" dt="2025-07-15T19:56:08.958" v="566" actId="207"/>
          <ac:spMkLst>
            <pc:docMk/>
            <pc:sldMk cId="1642348440" sldId="257"/>
            <ac:spMk id="11" creationId="{1A283400-B1B7-2062-E767-A6D7EFC65B8D}"/>
          </ac:spMkLst>
        </pc:spChg>
        <pc:spChg chg="add">
          <ac:chgData name="Sandy Medhat" userId="8e355dcb228010c9" providerId="LiveId" clId="{8FDB700E-4D4F-4469-940F-B99FE3576AEB}" dt="2025-07-15T17:59:26.826" v="7" actId="26606"/>
          <ac:spMkLst>
            <pc:docMk/>
            <pc:sldMk cId="1642348440" sldId="257"/>
            <ac:spMk id="13" creationId="{5F710FDB-0919-493E-8539-8240C23F1EB2}"/>
          </ac:spMkLst>
        </pc:spChg>
        <pc:spChg chg="add mod">
          <ac:chgData name="Sandy Medhat" userId="8e355dcb228010c9" providerId="LiveId" clId="{8FDB700E-4D4F-4469-940F-B99FE3576AEB}" dt="2025-07-15T19:56:14.775" v="567" actId="207"/>
          <ac:spMkLst>
            <pc:docMk/>
            <pc:sldMk cId="1642348440" sldId="257"/>
            <ac:spMk id="15" creationId="{BF8ECC5B-77BF-78B6-D9D3-384081D09F38}"/>
          </ac:spMkLst>
        </pc:spChg>
        <pc:spChg chg="add mod">
          <ac:chgData name="Sandy Medhat" userId="8e355dcb228010c9" providerId="LiveId" clId="{8FDB700E-4D4F-4469-940F-B99FE3576AEB}" dt="2025-07-15T19:56:21.966" v="568" actId="207"/>
          <ac:spMkLst>
            <pc:docMk/>
            <pc:sldMk cId="1642348440" sldId="257"/>
            <ac:spMk id="22" creationId="{F5128C32-3C94-13C7-149B-82332960B457}"/>
          </ac:spMkLst>
        </pc:spChg>
        <pc:spChg chg="add mod">
          <ac:chgData name="Sandy Medhat" userId="8e355dcb228010c9" providerId="LiveId" clId="{8FDB700E-4D4F-4469-940F-B99FE3576AEB}" dt="2025-07-15T22:37:16.704" v="2013" actId="20577"/>
          <ac:spMkLst>
            <pc:docMk/>
            <pc:sldMk cId="1642348440" sldId="257"/>
            <ac:spMk id="23" creationId="{8B3FB841-3025-4C32-E705-F5C3F7B0C2D0}"/>
          </ac:spMkLst>
        </pc:spChg>
        <pc:spChg chg="add mod">
          <ac:chgData name="Sandy Medhat" userId="8e355dcb228010c9" providerId="LiveId" clId="{8FDB700E-4D4F-4469-940F-B99FE3576AEB}" dt="2025-07-15T19:56:53.338" v="573" actId="207"/>
          <ac:spMkLst>
            <pc:docMk/>
            <pc:sldMk cId="1642348440" sldId="257"/>
            <ac:spMk id="24" creationId="{405BDE35-55AE-748D-6610-3F417441AB3D}"/>
          </ac:spMkLst>
        </pc:spChg>
        <pc:spChg chg="add mod">
          <ac:chgData name="Sandy Medhat" userId="8e355dcb228010c9" providerId="LiveId" clId="{8FDB700E-4D4F-4469-940F-B99FE3576AEB}" dt="2025-07-15T19:57:05.199" v="574" actId="207"/>
          <ac:spMkLst>
            <pc:docMk/>
            <pc:sldMk cId="1642348440" sldId="257"/>
            <ac:spMk id="25" creationId="{CD8DE241-61C5-F089-55C5-A8B7FC425788}"/>
          </ac:spMkLst>
        </pc:spChg>
        <pc:spChg chg="add mod">
          <ac:chgData name="Sandy Medhat" userId="8e355dcb228010c9" providerId="LiveId" clId="{8FDB700E-4D4F-4469-940F-B99FE3576AEB}" dt="2025-07-15T19:56:41.376" v="570" actId="207"/>
          <ac:spMkLst>
            <pc:docMk/>
            <pc:sldMk cId="1642348440" sldId="257"/>
            <ac:spMk id="26" creationId="{D3E80DCE-BD3D-C16E-3AAF-ECCED0BF57E5}"/>
          </ac:spMkLst>
        </pc:spChg>
        <pc:spChg chg="add mod">
          <ac:chgData name="Sandy Medhat" userId="8e355dcb228010c9" providerId="LiveId" clId="{8FDB700E-4D4F-4469-940F-B99FE3576AEB}" dt="2025-07-15T19:01:41.780" v="421"/>
          <ac:spMkLst>
            <pc:docMk/>
            <pc:sldMk cId="1642348440" sldId="257"/>
            <ac:spMk id="33" creationId="{A9B1A50E-A17E-56A2-834C-C5D28CC972BF}"/>
          </ac:spMkLst>
        </pc:spChg>
        <pc:spChg chg="add mod">
          <ac:chgData name="Sandy Medhat" userId="8e355dcb228010c9" providerId="LiveId" clId="{8FDB700E-4D4F-4469-940F-B99FE3576AEB}" dt="2025-07-15T19:01:45.890" v="422"/>
          <ac:spMkLst>
            <pc:docMk/>
            <pc:sldMk cId="1642348440" sldId="257"/>
            <ac:spMk id="34" creationId="{5716795F-6F17-5169-566A-6CFA8231976F}"/>
          </ac:spMkLst>
        </pc:spChg>
        <pc:picChg chg="add mod">
          <ac:chgData name="Sandy Medhat" userId="8e355dcb228010c9" providerId="LiveId" clId="{8FDB700E-4D4F-4469-940F-B99FE3576AEB}" dt="2025-07-15T18:53:55.639" v="238" actId="1076"/>
          <ac:picMkLst>
            <pc:docMk/>
            <pc:sldMk cId="1642348440" sldId="257"/>
            <ac:picMk id="9" creationId="{AC875F55-EAF1-B95A-425A-9878A4FEA718}"/>
          </ac:picMkLst>
        </pc:picChg>
        <pc:picChg chg="add mod">
          <ac:chgData name="Sandy Medhat" userId="8e355dcb228010c9" providerId="LiveId" clId="{8FDB700E-4D4F-4469-940F-B99FE3576AEB}" dt="2025-07-15T18:54:06.071" v="242" actId="1076"/>
          <ac:picMkLst>
            <pc:docMk/>
            <pc:sldMk cId="1642348440" sldId="257"/>
            <ac:picMk id="17" creationId="{F642FD3B-0573-9612-CE79-72B430423271}"/>
          </ac:picMkLst>
        </pc:picChg>
        <pc:picChg chg="add del mod">
          <ac:chgData name="Sandy Medhat" userId="8e355dcb228010c9" providerId="LiveId" clId="{8FDB700E-4D4F-4469-940F-B99FE3576AEB}" dt="2025-07-15T18:49:40.056" v="196" actId="478"/>
          <ac:picMkLst>
            <pc:docMk/>
            <pc:sldMk cId="1642348440" sldId="257"/>
            <ac:picMk id="19" creationId="{E1629364-0D04-BF2E-FB44-60747B7D3F71}"/>
          </ac:picMkLst>
        </pc:picChg>
        <pc:picChg chg="add mod">
          <ac:chgData name="Sandy Medhat" userId="8e355dcb228010c9" providerId="LiveId" clId="{8FDB700E-4D4F-4469-940F-B99FE3576AEB}" dt="2025-07-15T18:54:16.777" v="246" actId="1076"/>
          <ac:picMkLst>
            <pc:docMk/>
            <pc:sldMk cId="1642348440" sldId="257"/>
            <ac:picMk id="21" creationId="{13EAE890-3D9F-C903-B3A1-3F0CFD949B97}"/>
          </ac:picMkLst>
        </pc:picChg>
        <pc:picChg chg="add mod">
          <ac:chgData name="Sandy Medhat" userId="8e355dcb228010c9" providerId="LiveId" clId="{8FDB700E-4D4F-4469-940F-B99FE3576AEB}" dt="2025-07-15T18:56:51.365" v="321" actId="14100"/>
          <ac:picMkLst>
            <pc:docMk/>
            <pc:sldMk cId="1642348440" sldId="257"/>
            <ac:picMk id="28" creationId="{AE283018-5AA0-AD2B-0619-A222320ACC0D}"/>
          </ac:picMkLst>
        </pc:picChg>
        <pc:picChg chg="add mod">
          <ac:chgData name="Sandy Medhat" userId="8e355dcb228010c9" providerId="LiveId" clId="{8FDB700E-4D4F-4469-940F-B99FE3576AEB}" dt="2025-07-15T18:58:05.224" v="343" actId="1076"/>
          <ac:picMkLst>
            <pc:docMk/>
            <pc:sldMk cId="1642348440" sldId="257"/>
            <ac:picMk id="30" creationId="{E778D023-804F-4832-1DBD-27E53FD98C6C}"/>
          </ac:picMkLst>
        </pc:picChg>
        <pc:picChg chg="add mod">
          <ac:chgData name="Sandy Medhat" userId="8e355dcb228010c9" providerId="LiveId" clId="{8FDB700E-4D4F-4469-940F-B99FE3576AEB}" dt="2025-07-15T19:00:13.228" v="392" actId="1076"/>
          <ac:picMkLst>
            <pc:docMk/>
            <pc:sldMk cId="1642348440" sldId="257"/>
            <ac:picMk id="32" creationId="{A7E5D226-16A4-9CF1-95D1-1D29BAE7188B}"/>
          </ac:picMkLst>
        </pc:picChg>
        <pc:picChg chg="add mod">
          <ac:chgData name="Sandy Medhat" userId="8e355dcb228010c9" providerId="LiveId" clId="{8FDB700E-4D4F-4469-940F-B99FE3576AEB}" dt="2025-07-15T19:03:16.937" v="426" actId="1076"/>
          <ac:picMkLst>
            <pc:docMk/>
            <pc:sldMk cId="1642348440" sldId="257"/>
            <ac:picMk id="36" creationId="{8596F439-B779-CECF-7169-3D37663EDCD6}"/>
          </ac:picMkLst>
        </pc:picChg>
        <pc:picChg chg="add mod">
          <ac:chgData name="Sandy Medhat" userId="8e355dcb228010c9" providerId="LiveId" clId="{8FDB700E-4D4F-4469-940F-B99FE3576AEB}" dt="2025-07-15T19:20:20.691" v="471" actId="1076"/>
          <ac:picMkLst>
            <pc:docMk/>
            <pc:sldMk cId="1642348440" sldId="257"/>
            <ac:picMk id="38" creationId="{B76203D7-0615-77F1-3796-294F1A48B263}"/>
          </ac:picMkLst>
        </pc:picChg>
        <pc:cxnChg chg="add del">
          <ac:chgData name="Sandy Medhat" userId="8e355dcb228010c9" providerId="LiveId" clId="{8FDB700E-4D4F-4469-940F-B99FE3576AEB}" dt="2025-07-15T17:59:26.808" v="6" actId="26606"/>
          <ac:cxnSpMkLst>
            <pc:docMk/>
            <pc:sldMk cId="1642348440" sldId="257"/>
            <ac:cxnSpMk id="10" creationId="{78F0A063-5253-8DF5-3B7B-12FE096705F1}"/>
          </ac:cxnSpMkLst>
        </pc:cxnChg>
        <pc:cxnChg chg="add">
          <ac:chgData name="Sandy Medhat" userId="8e355dcb228010c9" providerId="LiveId" clId="{8FDB700E-4D4F-4469-940F-B99FE3576AEB}" dt="2025-07-15T17:59:26.826" v="7" actId="26606"/>
          <ac:cxnSpMkLst>
            <pc:docMk/>
            <pc:sldMk cId="1642348440" sldId="257"/>
            <ac:cxnSpMk id="12" creationId="{872AE332-6ACA-45BE-875F-91A291D4A40D}"/>
          </ac:cxnSpMkLst>
        </pc:cxnChg>
        <pc:cxnChg chg="add">
          <ac:chgData name="Sandy Medhat" userId="8e355dcb228010c9" providerId="LiveId" clId="{8FDB700E-4D4F-4469-940F-B99FE3576AEB}" dt="2025-07-15T17:59:26.826" v="7" actId="26606"/>
          <ac:cxnSpMkLst>
            <pc:docMk/>
            <pc:sldMk cId="1642348440" sldId="257"/>
            <ac:cxnSpMk id="14" creationId="{22F20000-FD86-48F6-9363-FEC90C932DCD}"/>
          </ac:cxnSpMkLst>
        </pc:cxnChg>
      </pc:sldChg>
      <pc:sldChg chg="addSp delSp modSp new mod">
        <pc:chgData name="Sandy Medhat" userId="8e355dcb228010c9" providerId="LiveId" clId="{8FDB700E-4D4F-4469-940F-B99FE3576AEB}" dt="2025-07-15T23:00:29.686" v="2362" actId="20577"/>
        <pc:sldMkLst>
          <pc:docMk/>
          <pc:sldMk cId="1065474986" sldId="258"/>
        </pc:sldMkLst>
        <pc:spChg chg="mod">
          <ac:chgData name="Sandy Medhat" userId="8e355dcb228010c9" providerId="LiveId" clId="{8FDB700E-4D4F-4469-940F-B99FE3576AEB}" dt="2025-07-15T23:00:29.686" v="2362" actId="20577"/>
          <ac:spMkLst>
            <pc:docMk/>
            <pc:sldMk cId="1065474986" sldId="258"/>
            <ac:spMk id="2" creationId="{8C3E2CF2-599C-2D35-0CBF-A39928D62A59}"/>
          </ac:spMkLst>
        </pc:spChg>
        <pc:spChg chg="add mod">
          <ac:chgData name="Sandy Medhat" userId="8e355dcb228010c9" providerId="LiveId" clId="{8FDB700E-4D4F-4469-940F-B99FE3576AEB}" dt="2025-07-15T22:24:32.784" v="1830" actId="1076"/>
          <ac:spMkLst>
            <pc:docMk/>
            <pc:sldMk cId="1065474986" sldId="258"/>
            <ac:spMk id="7" creationId="{C68AA1B8-2C84-E496-6365-3B6A4FC03A57}"/>
          </ac:spMkLst>
        </pc:spChg>
        <pc:graphicFrameChg chg="add del mod">
          <ac:chgData name="Sandy Medhat" userId="8e355dcb228010c9" providerId="LiveId" clId="{8FDB700E-4D4F-4469-940F-B99FE3576AEB}" dt="2025-07-15T19:36:36.703" v="520" actId="21"/>
          <ac:graphicFrameMkLst>
            <pc:docMk/>
            <pc:sldMk cId="1065474986" sldId="258"/>
            <ac:graphicFrameMk id="3" creationId="{AB1D9D9C-1EAC-82FE-4423-EE112ED6E263}"/>
          </ac:graphicFrameMkLst>
        </pc:graphicFrameChg>
        <pc:graphicFrameChg chg="add del mod">
          <ac:chgData name="Sandy Medhat" userId="8e355dcb228010c9" providerId="LiveId" clId="{8FDB700E-4D4F-4469-940F-B99FE3576AEB}" dt="2025-07-15T19:36:33.347" v="519" actId="21"/>
          <ac:graphicFrameMkLst>
            <pc:docMk/>
            <pc:sldMk cId="1065474986" sldId="258"/>
            <ac:graphicFrameMk id="4" creationId="{AB1D9D9C-1EAC-82FE-4423-EE112ED6E263}"/>
          </ac:graphicFrameMkLst>
        </pc:graphicFrameChg>
        <pc:graphicFrameChg chg="add mod">
          <ac:chgData name="Sandy Medhat" userId="8e355dcb228010c9" providerId="LiveId" clId="{8FDB700E-4D4F-4469-940F-B99FE3576AEB}" dt="2025-07-15T21:23:24.148" v="747"/>
          <ac:graphicFrameMkLst>
            <pc:docMk/>
            <pc:sldMk cId="1065474986" sldId="258"/>
            <ac:graphicFrameMk id="5" creationId="{AB1D9D9C-1EAC-82FE-4423-EE112ED6E263}"/>
          </ac:graphicFrameMkLst>
        </pc:graphicFrameChg>
        <pc:graphicFrameChg chg="add del mod">
          <ac:chgData name="Sandy Medhat" userId="8e355dcb228010c9" providerId="LiveId" clId="{8FDB700E-4D4F-4469-940F-B99FE3576AEB}" dt="2025-07-15T21:17:12.418" v="659" actId="478"/>
          <ac:graphicFrameMkLst>
            <pc:docMk/>
            <pc:sldMk cId="1065474986" sldId="258"/>
            <ac:graphicFrameMk id="6" creationId="{7E55D43A-2E0B-52B9-0E32-475D32C233C7}"/>
          </ac:graphicFrameMkLst>
        </pc:graphicFrameChg>
        <pc:graphicFrameChg chg="add mod modGraphic">
          <ac:chgData name="Sandy Medhat" userId="8e355dcb228010c9" providerId="LiveId" clId="{8FDB700E-4D4F-4469-940F-B99FE3576AEB}" dt="2025-07-15T21:25:15.868" v="766"/>
          <ac:graphicFrameMkLst>
            <pc:docMk/>
            <pc:sldMk cId="1065474986" sldId="258"/>
            <ac:graphicFrameMk id="8" creationId="{13DDD0D5-1147-B98B-0971-5BBB27A24A0A}"/>
          </ac:graphicFrameMkLst>
        </pc:graphicFrameChg>
      </pc:sldChg>
      <pc:sldChg chg="addSp modSp new mod">
        <pc:chgData name="Sandy Medhat" userId="8e355dcb228010c9" providerId="LiveId" clId="{8FDB700E-4D4F-4469-940F-B99FE3576AEB}" dt="2025-07-15T22:53:17.952" v="2215" actId="27918"/>
        <pc:sldMkLst>
          <pc:docMk/>
          <pc:sldMk cId="583406057" sldId="259"/>
        </pc:sldMkLst>
        <pc:spChg chg="mod">
          <ac:chgData name="Sandy Medhat" userId="8e355dcb228010c9" providerId="LiveId" clId="{8FDB700E-4D4F-4469-940F-B99FE3576AEB}" dt="2025-07-15T21:27:44.095" v="790" actId="108"/>
          <ac:spMkLst>
            <pc:docMk/>
            <pc:sldMk cId="583406057" sldId="259"/>
            <ac:spMk id="2" creationId="{D175C19B-5799-A676-A52A-0461677E7D15}"/>
          </ac:spMkLst>
        </pc:spChg>
        <pc:spChg chg="add mod">
          <ac:chgData name="Sandy Medhat" userId="8e355dcb228010c9" providerId="LiveId" clId="{8FDB700E-4D4F-4469-940F-B99FE3576AEB}" dt="2025-07-15T21:39:41.413" v="842" actId="767"/>
          <ac:spMkLst>
            <pc:docMk/>
            <pc:sldMk cId="583406057" sldId="259"/>
            <ac:spMk id="5" creationId="{54379F7F-77DD-200C-39CF-EF4EDC60B77C}"/>
          </ac:spMkLst>
        </pc:spChg>
        <pc:spChg chg="add mod">
          <ac:chgData name="Sandy Medhat" userId="8e355dcb228010c9" providerId="LiveId" clId="{8FDB700E-4D4F-4469-940F-B99FE3576AEB}" dt="2025-07-15T22:24:12.090" v="1827" actId="108"/>
          <ac:spMkLst>
            <pc:docMk/>
            <pc:sldMk cId="583406057" sldId="259"/>
            <ac:spMk id="6" creationId="{3CB506EE-95FC-974C-1729-F9A980877E65}"/>
          </ac:spMkLst>
        </pc:spChg>
        <pc:graphicFrameChg chg="add mod">
          <ac:chgData name="Sandy Medhat" userId="8e355dcb228010c9" providerId="LiveId" clId="{8FDB700E-4D4F-4469-940F-B99FE3576AEB}" dt="2025-07-15T21:38:02.501" v="841" actId="1076"/>
          <ac:graphicFrameMkLst>
            <pc:docMk/>
            <pc:sldMk cId="583406057" sldId="259"/>
            <ac:graphicFrameMk id="3" creationId="{0637E69B-B5FB-4F61-7D9C-5112A0CC2EBB}"/>
          </ac:graphicFrameMkLst>
        </pc:graphicFrameChg>
        <pc:graphicFrameChg chg="add mod">
          <ac:chgData name="Sandy Medhat" userId="8e355dcb228010c9" providerId="LiveId" clId="{8FDB700E-4D4F-4469-940F-B99FE3576AEB}" dt="2025-07-15T21:37:53.140" v="840" actId="14100"/>
          <ac:graphicFrameMkLst>
            <pc:docMk/>
            <pc:sldMk cId="583406057" sldId="259"/>
            <ac:graphicFrameMk id="4" creationId="{A1633F9F-2BA5-7134-FF82-E95DB9BFFE3C}"/>
          </ac:graphicFrameMkLst>
        </pc:graphicFrameChg>
      </pc:sldChg>
      <pc:sldChg chg="new del">
        <pc:chgData name="Sandy Medhat" userId="8e355dcb228010c9" providerId="LiveId" clId="{8FDB700E-4D4F-4469-940F-B99FE3576AEB}" dt="2025-07-15T21:16:41.990" v="650" actId="680"/>
        <pc:sldMkLst>
          <pc:docMk/>
          <pc:sldMk cId="1588790375" sldId="259"/>
        </pc:sldMkLst>
      </pc:sldChg>
      <pc:sldChg chg="addSp modSp new mod">
        <pc:chgData name="Sandy Medhat" userId="8e355dcb228010c9" providerId="LiveId" clId="{8FDB700E-4D4F-4469-940F-B99FE3576AEB}" dt="2025-07-15T22:53:17.932" v="2212" actId="27918"/>
        <pc:sldMkLst>
          <pc:docMk/>
          <pc:sldMk cId="3628482564" sldId="260"/>
        </pc:sldMkLst>
        <pc:spChg chg="mod">
          <ac:chgData name="Sandy Medhat" userId="8e355dcb228010c9" providerId="LiveId" clId="{8FDB700E-4D4F-4469-940F-B99FE3576AEB}" dt="2025-07-15T21:51:00.828" v="1208" actId="14100"/>
          <ac:spMkLst>
            <pc:docMk/>
            <pc:sldMk cId="3628482564" sldId="260"/>
            <ac:spMk id="2" creationId="{B4334020-782E-439E-2B8E-1AA852E6A5F1}"/>
          </ac:spMkLst>
        </pc:spChg>
        <pc:spChg chg="add mod">
          <ac:chgData name="Sandy Medhat" userId="8e355dcb228010c9" providerId="LiveId" clId="{8FDB700E-4D4F-4469-940F-B99FE3576AEB}" dt="2025-07-15T22:24:18.960" v="1828" actId="108"/>
          <ac:spMkLst>
            <pc:docMk/>
            <pc:sldMk cId="3628482564" sldId="260"/>
            <ac:spMk id="5" creationId="{CF4E85B4-5D22-1327-D913-8B907E190F82}"/>
          </ac:spMkLst>
        </pc:spChg>
        <pc:graphicFrameChg chg="add mod">
          <ac:chgData name="Sandy Medhat" userId="8e355dcb228010c9" providerId="LiveId" clId="{8FDB700E-4D4F-4469-940F-B99FE3576AEB}" dt="2025-07-15T22:34:18.004" v="1986"/>
          <ac:graphicFrameMkLst>
            <pc:docMk/>
            <pc:sldMk cId="3628482564" sldId="260"/>
            <ac:graphicFrameMk id="3" creationId="{86D65996-29B8-46CC-7357-8AF34302A3E2}"/>
          </ac:graphicFrameMkLst>
        </pc:graphicFrameChg>
        <pc:graphicFrameChg chg="add mod">
          <ac:chgData name="Sandy Medhat" userId="8e355dcb228010c9" providerId="LiveId" clId="{8FDB700E-4D4F-4469-940F-B99FE3576AEB}" dt="2025-07-15T22:05:45.207" v="1294"/>
          <ac:graphicFrameMkLst>
            <pc:docMk/>
            <pc:sldMk cId="3628482564" sldId="260"/>
            <ac:graphicFrameMk id="4" creationId="{67A24B6F-F74A-D047-452E-C011A779E290}"/>
          </ac:graphicFrameMkLst>
        </pc:graphicFrameChg>
      </pc:sldChg>
      <pc:sldChg chg="addSp delSp modSp new mod">
        <pc:chgData name="Sandy Medhat" userId="8e355dcb228010c9" providerId="LiveId" clId="{8FDB700E-4D4F-4469-940F-B99FE3576AEB}" dt="2025-07-15T23:01:38.610" v="2363" actId="6549"/>
        <pc:sldMkLst>
          <pc:docMk/>
          <pc:sldMk cId="3970078940" sldId="261"/>
        </pc:sldMkLst>
        <pc:spChg chg="mod">
          <ac:chgData name="Sandy Medhat" userId="8e355dcb228010c9" providerId="LiveId" clId="{8FDB700E-4D4F-4469-940F-B99FE3576AEB}" dt="2025-07-15T22:25:18.487" v="1864" actId="108"/>
          <ac:spMkLst>
            <pc:docMk/>
            <pc:sldMk cId="3970078940" sldId="261"/>
            <ac:spMk id="2" creationId="{C5F19ADD-B8CA-93CF-3E34-2CBEC58E16DB}"/>
          </ac:spMkLst>
        </pc:spChg>
        <pc:spChg chg="add mod">
          <ac:chgData name="Sandy Medhat" userId="8e355dcb228010c9" providerId="LiveId" clId="{8FDB700E-4D4F-4469-940F-B99FE3576AEB}" dt="2025-07-15T22:57:57.301" v="2353" actId="108"/>
          <ac:spMkLst>
            <pc:docMk/>
            <pc:sldMk cId="3970078940" sldId="261"/>
            <ac:spMk id="6" creationId="{60EF60A8-D9C6-E6F5-004B-F8989032B32A}"/>
          </ac:spMkLst>
        </pc:spChg>
        <pc:spChg chg="add">
          <ac:chgData name="Sandy Medhat" userId="8e355dcb228010c9" providerId="LiveId" clId="{8FDB700E-4D4F-4469-940F-B99FE3576AEB}" dt="2025-07-15T22:55:30.087" v="2259"/>
          <ac:spMkLst>
            <pc:docMk/>
            <pc:sldMk cId="3970078940" sldId="261"/>
            <ac:spMk id="7" creationId="{26F3389B-BBDE-CD35-EA2A-8490E34F3DB5}"/>
          </ac:spMkLst>
        </pc:spChg>
        <pc:spChg chg="add mod">
          <ac:chgData name="Sandy Medhat" userId="8e355dcb228010c9" providerId="LiveId" clId="{8FDB700E-4D4F-4469-940F-B99FE3576AEB}" dt="2025-07-15T23:01:38.610" v="2363" actId="6549"/>
          <ac:spMkLst>
            <pc:docMk/>
            <pc:sldMk cId="3970078940" sldId="261"/>
            <ac:spMk id="8" creationId="{53200355-F988-76B1-6FF3-4A93F1993F1E}"/>
          </ac:spMkLst>
        </pc:spChg>
        <pc:graphicFrameChg chg="add del mod">
          <ac:chgData name="Sandy Medhat" userId="8e355dcb228010c9" providerId="LiveId" clId="{8FDB700E-4D4F-4469-940F-B99FE3576AEB}" dt="2025-07-15T22:32:41.520" v="1935" actId="478"/>
          <ac:graphicFrameMkLst>
            <pc:docMk/>
            <pc:sldMk cId="3970078940" sldId="261"/>
            <ac:graphicFrameMk id="3" creationId="{FBD23D7E-1700-AA5C-1B19-B6EB7C11B353}"/>
          </ac:graphicFrameMkLst>
        </pc:graphicFrameChg>
        <pc:graphicFrameChg chg="add mod">
          <ac:chgData name="Sandy Medhat" userId="8e355dcb228010c9" providerId="LiveId" clId="{8FDB700E-4D4F-4469-940F-B99FE3576AEB}" dt="2025-07-15T22:46:55.702" v="2062"/>
          <ac:graphicFrameMkLst>
            <pc:docMk/>
            <pc:sldMk cId="3970078940" sldId="261"/>
            <ac:graphicFrameMk id="4" creationId="{FBD23D7E-1700-AA5C-1B19-B6EB7C11B353}"/>
          </ac:graphicFrameMkLst>
        </pc:graphicFrameChg>
        <pc:graphicFrameChg chg="add mod">
          <ac:chgData name="Sandy Medhat" userId="8e355dcb228010c9" providerId="LiveId" clId="{8FDB700E-4D4F-4469-940F-B99FE3576AEB}" dt="2025-07-15T22:48:03.801" v="2067" actId="14100"/>
          <ac:graphicFrameMkLst>
            <pc:docMk/>
            <pc:sldMk cId="3970078940" sldId="261"/>
            <ac:graphicFrameMk id="5" creationId="{5F3E80C8-99DA-CDE3-42F3-678283B4A44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e355dcb228010c9/Documents/test_session1%20(1)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e355dcb228010c9/Documents/test_session1%20(1)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e355dcb228010c9/Documents/test_session1%20(1)%20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e355dcb228010c9/Documents/test_session1%20(1)%20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e355dcb228010c9/Documents/test_session1%20(1)%20(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e355dcb228010c9/Documents/test_session1%20(1)%20(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e355dcb228010c9/Documents/test_session1%20(1)%20(1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d.docs.live.net/8e355dcb228010c9/Documents/test_session1%20(1)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 Per Region</a:t>
            </a:r>
          </a:p>
          <a:p>
            <a:pPr>
              <a:defRPr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explosion val="2"/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9D6F-42D8-99C8-802EF11DA6C5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9D6F-42D8-99C8-802EF11DA6C5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9D6F-42D8-99C8-802EF11DA6C5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9D6F-42D8-99C8-802EF11DA6C5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9D6F-42D8-99C8-802EF11DA6C5}"/>
              </c:ext>
            </c:extLst>
          </c:dPt>
          <c:dPt>
            <c:idx val="5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B-9D6F-42D8-99C8-802EF11DA6C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D6F-42D8-99C8-802EF11DA6C5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D6F-42D8-99C8-802EF11DA6C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D6F-42D8-99C8-802EF11DA6C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6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D6F-42D8-99C8-802EF11DA6C5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9D6F-42D8-99C8-802EF11DA6C5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9D6F-42D8-99C8-802EF11DA6C5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'Solve Questions'!$M$11:$M$16</c:f>
              <c:strCache>
                <c:ptCount val="6"/>
                <c:pt idx="0">
                  <c:v>Sharm </c:v>
                </c:pt>
                <c:pt idx="1">
                  <c:v>Al sharqia </c:v>
                </c:pt>
                <c:pt idx="2">
                  <c:v>Alex </c:v>
                </c:pt>
                <c:pt idx="3">
                  <c:v>Cairo</c:v>
                </c:pt>
                <c:pt idx="4">
                  <c:v>Al Gharbia </c:v>
                </c:pt>
                <c:pt idx="5">
                  <c:v>Giza </c:v>
                </c:pt>
              </c:strCache>
            </c:strRef>
          </c:cat>
          <c:val>
            <c:numRef>
              <c:f>'Solve Questions'!$N$11:$N$16</c:f>
              <c:numCache>
                <c:formatCode>_(* #,##0_);_(* \(#,##0\);_(* "-"??_);_(@_)</c:formatCode>
                <c:ptCount val="6"/>
                <c:pt idx="0">
                  <c:v>46757865</c:v>
                </c:pt>
                <c:pt idx="1">
                  <c:v>43936977</c:v>
                </c:pt>
                <c:pt idx="2">
                  <c:v>33605628</c:v>
                </c:pt>
                <c:pt idx="3">
                  <c:v>30213498</c:v>
                </c:pt>
                <c:pt idx="4">
                  <c:v>27331164</c:v>
                </c:pt>
                <c:pt idx="5">
                  <c:v>21693567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D6F-42D8-99C8-802EF11DA6C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 top</a:t>
            </a:r>
            <a:r>
              <a:rPr lang="en-US" baseline="0" dirty="0">
                <a:solidFill>
                  <a:schemeClr val="accent2">
                    <a:lumMod val="50000"/>
                  </a:schemeClr>
                </a:solidFill>
              </a:rPr>
              <a:t> 10 Best-Selling Products</a:t>
            </a:r>
            <a:r>
              <a:rPr lang="en-US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4250201914505082"/>
          <c:y val="0.15453163910568898"/>
          <c:w val="0.75749798085494924"/>
          <c:h val="0.81289728942004402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'Solve Questions'!$Q$31:$Q$40</c:f>
              <c:strCache>
                <c:ptCount val="10"/>
                <c:pt idx="0">
                  <c:v>Peanut Butter Cubes</c:v>
                </c:pt>
                <c:pt idx="1">
                  <c:v>Raspberry Choco</c:v>
                </c:pt>
                <c:pt idx="2">
                  <c:v>Manuka Honey Choco</c:v>
                </c:pt>
                <c:pt idx="3">
                  <c:v>Baker's Choco Chips</c:v>
                </c:pt>
                <c:pt idx="4">
                  <c:v>Organic Choco Syrup</c:v>
                </c:pt>
                <c:pt idx="5">
                  <c:v>Smooth Sliky Salty</c:v>
                </c:pt>
                <c:pt idx="6">
                  <c:v>70% Dark Bites</c:v>
                </c:pt>
                <c:pt idx="7">
                  <c:v>Orange Choco</c:v>
                </c:pt>
                <c:pt idx="8">
                  <c:v>Choco Coated Almonds</c:v>
                </c:pt>
                <c:pt idx="9">
                  <c:v>Caramel Stuffed Bars</c:v>
                </c:pt>
              </c:strCache>
              <c:extLst/>
            </c:strRef>
          </c:cat>
          <c:val>
            <c:numRef>
              <c:f>'Solve Questions'!$R$31:$R$40</c:f>
              <c:numCache>
                <c:formatCode>_(* #,##0_);_(* \(#,##0\);_(* "-"??_);_(@_)</c:formatCode>
                <c:ptCount val="10"/>
                <c:pt idx="0">
                  <c:v>9393615</c:v>
                </c:pt>
                <c:pt idx="1">
                  <c:v>9409596</c:v>
                </c:pt>
                <c:pt idx="2">
                  <c:v>9762354</c:v>
                </c:pt>
                <c:pt idx="3">
                  <c:v>9790893</c:v>
                </c:pt>
                <c:pt idx="4">
                  <c:v>9836946</c:v>
                </c:pt>
                <c:pt idx="5">
                  <c:v>11980836</c:v>
                </c:pt>
                <c:pt idx="6">
                  <c:v>13848513</c:v>
                </c:pt>
                <c:pt idx="7">
                  <c:v>14105994</c:v>
                </c:pt>
                <c:pt idx="8">
                  <c:v>15386112</c:v>
                </c:pt>
                <c:pt idx="9">
                  <c:v>15466773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FDC1-48DE-ACE4-53A96E5541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6"/>
        <c:overlap val="-58"/>
        <c:axId val="1641581296"/>
        <c:axId val="1641589456"/>
      </c:barChart>
      <c:catAx>
        <c:axId val="1641581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589456"/>
        <c:crosses val="autoZero"/>
        <c:auto val="1"/>
        <c:lblAlgn val="ctr"/>
        <c:lblOffset val="100"/>
        <c:noMultiLvlLbl val="0"/>
      </c:catAx>
      <c:valAx>
        <c:axId val="1641589456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crossAx val="164158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cap="all" spc="50" baseline="0" dirty="0" smtClean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cap="all" spc="50" baseline="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Units sold per product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cap="all" spc="50" baseline="0" dirty="0" smtClean="0">
              <a:solidFill>
                <a:schemeClr val="accent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034529659537471"/>
          <c:y val="9.9802096994841105E-2"/>
          <c:w val="0.81401074605053181"/>
          <c:h val="0.52548339663247023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'Solve Questions'!$R$42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'Solve Questions'!$Q$43:$Q$52</c:f>
              <c:strCache>
                <c:ptCount val="10"/>
                <c:pt idx="0">
                  <c:v>Caramel Stuffed Bars</c:v>
                </c:pt>
                <c:pt idx="1">
                  <c:v>70% Dark Bites</c:v>
                </c:pt>
                <c:pt idx="2">
                  <c:v>Organic Choco Syrup</c:v>
                </c:pt>
                <c:pt idx="3">
                  <c:v>Manuka Honey Choco</c:v>
                </c:pt>
                <c:pt idx="4">
                  <c:v>Smooth Sliky Salty</c:v>
                </c:pt>
                <c:pt idx="5">
                  <c:v>Eclairs</c:v>
                </c:pt>
                <c:pt idx="6">
                  <c:v>Choco Coated Almonds</c:v>
                </c:pt>
                <c:pt idx="7">
                  <c:v>White Choc</c:v>
                </c:pt>
                <c:pt idx="8">
                  <c:v>Orange Choco</c:v>
                </c:pt>
                <c:pt idx="9">
                  <c:v>Fruit &amp; Nut Bars</c:v>
                </c:pt>
              </c:strCache>
            </c:strRef>
          </c:cat>
          <c:val>
            <c:numRef>
              <c:f>'Solve Questions'!$R$43:$R$52</c:f>
              <c:numCache>
                <c:formatCode>_(* #,##0_);_(* \(#,##0\);_(* "-"??_);_(@_)</c:formatCode>
                <c:ptCount val="10"/>
                <c:pt idx="0">
                  <c:v>3207</c:v>
                </c:pt>
                <c:pt idx="1">
                  <c:v>3171</c:v>
                </c:pt>
                <c:pt idx="2">
                  <c:v>2982</c:v>
                </c:pt>
                <c:pt idx="3">
                  <c:v>2976</c:v>
                </c:pt>
                <c:pt idx="4">
                  <c:v>2727</c:v>
                </c:pt>
                <c:pt idx="5">
                  <c:v>2331</c:v>
                </c:pt>
                <c:pt idx="6">
                  <c:v>2301</c:v>
                </c:pt>
                <c:pt idx="7">
                  <c:v>2241</c:v>
                </c:pt>
                <c:pt idx="8">
                  <c:v>2196</c:v>
                </c:pt>
                <c:pt idx="9">
                  <c:v>2190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BD-4409-B5BD-9CA7B67EA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shape val="box"/>
        <c:axId val="1636207088"/>
        <c:axId val="1636210928"/>
        <c:axId val="1908583839"/>
      </c:bar3DChart>
      <c:catAx>
        <c:axId val="163620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0928"/>
        <c:crosses val="autoZero"/>
        <c:auto val="1"/>
        <c:lblAlgn val="ctr"/>
        <c:lblOffset val="100"/>
        <c:noMultiLvlLbl val="0"/>
      </c:catAx>
      <c:valAx>
        <c:axId val="163621092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crossAx val="1636207088"/>
        <c:crosses val="autoZero"/>
        <c:crossBetween val="between"/>
      </c:valAx>
      <c:serAx>
        <c:axId val="1908583839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0928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Sales Per month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9971869308949412E-3"/>
          <c:y val="7.5476489558039511E-2"/>
          <c:w val="0.985814574691116"/>
          <c:h val="0.85217732360327014"/>
        </c:manualLayout>
      </c:layout>
      <c:lineChart>
        <c:grouping val="standard"/>
        <c:varyColors val="0"/>
        <c:ser>
          <c:idx val="0"/>
          <c:order val="0"/>
          <c:tx>
            <c:strRef>
              <c:f>'Solve Questions'!$F$65</c:f>
              <c:strCache>
                <c:ptCount val="1"/>
                <c:pt idx="0">
                  <c:v> Sales 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4"/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2.47951533461633E-2"/>
                  <c:y val="-4.73611779950337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3C0-4D2A-8515-18542EFE51C4}"/>
                </c:ext>
              </c:extLst>
            </c:dLbl>
            <c:dLbl>
              <c:idx val="1"/>
              <c:layout>
                <c:manualLayout>
                  <c:x val="-5.3699138011491586E-2"/>
                  <c:y val="-0.2147281433852034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3C0-4D2A-8515-18542EFE51C4}"/>
                </c:ext>
              </c:extLst>
            </c:dLbl>
            <c:dLbl>
              <c:idx val="2"/>
              <c:layout>
                <c:manualLayout>
                  <c:x val="-7.9051758796374993E-2"/>
                  <c:y val="-0.1234210827929052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C0-4D2A-8515-18542EFE51C4}"/>
                </c:ext>
              </c:extLst>
            </c:dLbl>
            <c:dLbl>
              <c:idx val="3"/>
              <c:layout>
                <c:manualLayout>
                  <c:x val="-8.3535798129087652E-2"/>
                  <c:y val="-0.117416156270896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C0-4D2A-8515-18542EFE51C4}"/>
                </c:ext>
              </c:extLst>
            </c:dLbl>
            <c:dLbl>
              <c:idx val="4"/>
              <c:layout>
                <c:manualLayout>
                  <c:x val="-6.3046071634547507E-2"/>
                  <c:y val="-0.117750188927644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C0-4D2A-8515-18542EFE51C4}"/>
                </c:ext>
              </c:extLst>
            </c:dLbl>
            <c:dLbl>
              <c:idx val="5"/>
              <c:layout>
                <c:manualLayout>
                  <c:x val="-7.2678529976954606E-2"/>
                  <c:y val="-0.1156748961281018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C0-4D2A-8515-18542EFE51C4}"/>
                </c:ext>
              </c:extLst>
            </c:dLbl>
            <c:dLbl>
              <c:idx val="6"/>
              <c:layout>
                <c:manualLayout>
                  <c:x val="-7.0794724927070798E-2"/>
                  <c:y val="-0.152457101319766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3C0-4D2A-8515-18542EFE51C4}"/>
                </c:ext>
              </c:extLst>
            </c:dLbl>
            <c:dLbl>
              <c:idx val="7"/>
              <c:layout>
                <c:manualLayout>
                  <c:x val="-7.4837539575610651E-2"/>
                  <c:y val="-0.1683077170124364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F10-4AF3-8C40-24B5ADF91977}"/>
                </c:ext>
              </c:extLst>
            </c:dLbl>
            <c:dLbl>
              <c:idx val="8"/>
              <c:layout>
                <c:manualLayout>
                  <c:x val="-7.6726729062318269E-2"/>
                  <c:y val="-0.1242730192936037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C0-4D2A-8515-18542EFE51C4}"/>
                </c:ext>
              </c:extLst>
            </c:dLbl>
            <c:dLbl>
              <c:idx val="9"/>
              <c:layout>
                <c:manualLayout>
                  <c:x val="-5.6942736028515482E-2"/>
                  <c:y val="-0.1012929759282993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C0-4D2A-8515-18542EFE51C4}"/>
                </c:ext>
              </c:extLst>
            </c:dLbl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'Solve Questions'!$E$66:$E$76</c:f>
              <c:strCache>
                <c:ptCount val="11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</c:strCache>
            </c:strRef>
          </c:cat>
          <c:val>
            <c:numRef>
              <c:f>'Solve Questions'!$F$66:$F$76</c:f>
              <c:numCache>
                <c:formatCode>_(* #,##0_);_(* \(#,##0\);_(* "-"??_);_(@_)</c:formatCode>
                <c:ptCount val="11"/>
                <c:pt idx="0">
                  <c:v>28072401</c:v>
                </c:pt>
                <c:pt idx="1">
                  <c:v>15279306</c:v>
                </c:pt>
                <c:pt idx="2">
                  <c:v>22513827</c:v>
                </c:pt>
                <c:pt idx="3">
                  <c:v>20188182</c:v>
                </c:pt>
                <c:pt idx="4">
                  <c:v>19416075</c:v>
                </c:pt>
                <c:pt idx="5">
                  <c:v>22639596</c:v>
                </c:pt>
                <c:pt idx="6">
                  <c:v>17877531</c:v>
                </c:pt>
                <c:pt idx="7">
                  <c:v>14735826</c:v>
                </c:pt>
                <c:pt idx="8">
                  <c:v>14141106</c:v>
                </c:pt>
                <c:pt idx="9">
                  <c:v>19977657</c:v>
                </c:pt>
                <c:pt idx="10">
                  <c:v>8697192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C0-4D2A-8515-18542EFE5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757058032"/>
        <c:axId val="1757058992"/>
      </c:lineChart>
      <c:catAx>
        <c:axId val="1757058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7058992"/>
        <c:crosses val="autoZero"/>
        <c:auto val="1"/>
        <c:lblAlgn val="ctr"/>
        <c:lblOffset val="100"/>
        <c:noMultiLvlLbl val="0"/>
      </c:catAx>
      <c:valAx>
        <c:axId val="1757058992"/>
        <c:scaling>
          <c:orientation val="minMax"/>
        </c:scaling>
        <c:delete val="1"/>
        <c:axPos val="l"/>
        <c:numFmt formatCode="_(* #,##0_);_(* \(#,##0\);_(* &quot;-&quot;??_);_(@_)" sourceLinked="1"/>
        <c:majorTickMark val="none"/>
        <c:minorTickMark val="none"/>
        <c:tickLblPos val="nextTo"/>
        <c:crossAx val="1757058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4"/>
    </a:solidFill>
    <a:ln w="9525" cap="flat" cmpd="sng" algn="ctr">
      <a:solidFill>
        <a:schemeClr val="accent4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Orders Per month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4545901042354649E-2"/>
          <c:y val="9.3756866441751269E-2"/>
          <c:w val="0.86964600956166804"/>
          <c:h val="0.65609274220362945"/>
        </c:manualLayout>
      </c:layout>
      <c:areaChart>
        <c:grouping val="stacked"/>
        <c:varyColors val="0"/>
        <c:ser>
          <c:idx val="0"/>
          <c:order val="0"/>
          <c:tx>
            <c:strRef>
              <c:f>'Solve Questions'!$F$101</c:f>
              <c:strCache>
                <c:ptCount val="1"/>
                <c:pt idx="0">
                  <c:v> Orders </c:v>
                </c:pt>
              </c:strCache>
            </c:strRef>
          </c:tx>
          <c:spPr>
            <a:gradFill>
              <a:gsLst>
                <a:gs pos="0">
                  <a:schemeClr val="lt1">
                    <a:alpha val="5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5400000" scaled="0"/>
            </a:gradFill>
            <a:ln>
              <a:solidFill>
                <a:schemeClr val="accent6"/>
              </a:solidFill>
            </a:ln>
            <a:effectLst>
              <a:innerShdw dist="38100" dir="16200000">
                <a:schemeClr val="lt1"/>
              </a:innerShdw>
            </a:effectLst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'Solve Questions'!$E$102:$E$112</c:f>
              <c:strCache>
                <c:ptCount val="11"/>
                <c:pt idx="0">
                  <c:v> January </c:v>
                </c:pt>
                <c:pt idx="1">
                  <c:v> February </c:v>
                </c:pt>
                <c:pt idx="2">
                  <c:v> March </c:v>
                </c:pt>
                <c:pt idx="3">
                  <c:v> April </c:v>
                </c:pt>
                <c:pt idx="4">
                  <c:v> November </c:v>
                </c:pt>
                <c:pt idx="5">
                  <c:v> May </c:v>
                </c:pt>
                <c:pt idx="6">
                  <c:v> June </c:v>
                </c:pt>
                <c:pt idx="7">
                  <c:v> July </c:v>
                </c:pt>
                <c:pt idx="8">
                  <c:v> August </c:v>
                </c:pt>
                <c:pt idx="9">
                  <c:v> September </c:v>
                </c:pt>
                <c:pt idx="10">
                  <c:v> October </c:v>
                </c:pt>
              </c:strCache>
            </c:strRef>
          </c:cat>
          <c:val>
            <c:numRef>
              <c:f>'Solve Questions'!$F$102:$F$112</c:f>
              <c:numCache>
                <c:formatCode>_(* #,##0_);_(* \(#,##0\);_(* "-"??_);_(@_)</c:formatCode>
                <c:ptCount val="11"/>
                <c:pt idx="0">
                  <c:v>496</c:v>
                </c:pt>
                <c:pt idx="1">
                  <c:v>1274</c:v>
                </c:pt>
                <c:pt idx="2">
                  <c:v>2325</c:v>
                </c:pt>
                <c:pt idx="3">
                  <c:v>3165</c:v>
                </c:pt>
                <c:pt idx="4">
                  <c:v>3410</c:v>
                </c:pt>
                <c:pt idx="5">
                  <c:v>4216</c:v>
                </c:pt>
                <c:pt idx="6">
                  <c:v>4995</c:v>
                </c:pt>
                <c:pt idx="7">
                  <c:v>6107</c:v>
                </c:pt>
                <c:pt idx="8">
                  <c:v>7068</c:v>
                </c:pt>
                <c:pt idx="9">
                  <c:v>7755</c:v>
                </c:pt>
                <c:pt idx="10">
                  <c:v>8959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08-49AF-BBCD-59D82A9BF8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5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axId val="1641625456"/>
        <c:axId val="1641609616"/>
      </c:areaChart>
      <c:catAx>
        <c:axId val="1641625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40000"/>
                <a:lumOff val="60000"/>
                <a:alpha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609616"/>
        <c:crosses val="autoZero"/>
        <c:auto val="1"/>
        <c:lblAlgn val="ctr"/>
        <c:lblOffset val="100"/>
        <c:noMultiLvlLbl val="0"/>
      </c:catAx>
      <c:valAx>
        <c:axId val="1641609616"/>
        <c:scaling>
          <c:orientation val="minMax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16416254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solidFill>
      <a:schemeClr val="accent6"/>
    </a:solidFill>
    <a:ln w="9525" cap="flat" cmpd="sng" algn="ctr">
      <a:solidFill>
        <a:schemeClr val="accent6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i="0" u="none" strike="noStrike" kern="1200" cap="all" spc="100" normalizeH="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Total sales per salesperson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F6-4B8C-B58C-55972C408BF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F6-4B8C-B58C-55972C408B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'Solve Questions'!$Q$79:$Q$88</c:f>
              <c:strCache>
                <c:ptCount val="10"/>
                <c:pt idx="0">
                  <c:v>Sara khaled </c:v>
                </c:pt>
                <c:pt idx="1">
                  <c:v>Rahma mostafa </c:v>
                </c:pt>
                <c:pt idx="2">
                  <c:v>Mohamed Ali</c:v>
                </c:pt>
                <c:pt idx="3">
                  <c:v>Hesham gamal </c:v>
                </c:pt>
                <c:pt idx="4">
                  <c:v>Mohamed galal</c:v>
                </c:pt>
                <c:pt idx="5">
                  <c:v>Hassan ahmed </c:v>
                </c:pt>
                <c:pt idx="6">
                  <c:v>Husein Augar</c:v>
                </c:pt>
                <c:pt idx="7">
                  <c:v>Samira mostafa </c:v>
                </c:pt>
                <c:pt idx="8">
                  <c:v>Ahmed said </c:v>
                </c:pt>
                <c:pt idx="9">
                  <c:v>Abd alrahman mohamed </c:v>
                </c:pt>
              </c:strCache>
            </c:strRef>
          </c:cat>
          <c:val>
            <c:numRef>
              <c:f>'Solve Questions'!$R$79:$R$88</c:f>
              <c:numCache>
                <c:formatCode>_(* #,##0_);_(* \(#,##0\);_(* "-"??_);_(@_)</c:formatCode>
                <c:ptCount val="10"/>
                <c:pt idx="0">
                  <c:v>24618615</c:v>
                </c:pt>
                <c:pt idx="1">
                  <c:v>22758288</c:v>
                </c:pt>
                <c:pt idx="2">
                  <c:v>21776937</c:v>
                </c:pt>
                <c:pt idx="3">
                  <c:v>21685713</c:v>
                </c:pt>
                <c:pt idx="4">
                  <c:v>21603855</c:v>
                </c:pt>
                <c:pt idx="5">
                  <c:v>21598143</c:v>
                </c:pt>
                <c:pt idx="6">
                  <c:v>20434575</c:v>
                </c:pt>
                <c:pt idx="7">
                  <c:v>16831080</c:v>
                </c:pt>
                <c:pt idx="8">
                  <c:v>16492518</c:v>
                </c:pt>
                <c:pt idx="9">
                  <c:v>15738975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1F6-4B8C-B58C-55972C408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9845119"/>
        <c:axId val="669839359"/>
      </c:barChart>
      <c:catAx>
        <c:axId val="669845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9839359"/>
        <c:crosses val="autoZero"/>
        <c:auto val="1"/>
        <c:lblAlgn val="ctr"/>
        <c:lblOffset val="100"/>
        <c:noMultiLvlLbl val="0"/>
      </c:catAx>
      <c:valAx>
        <c:axId val="66983935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crossAx val="669845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6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500" b="1" i="0" u="none" strike="noStrike" kern="1200" cap="all" spc="100" normalizeH="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lang="en-US" sz="1500" b="1" i="0" u="none" strike="noStrike" kern="1200" cap="all" spc="100" normalizeH="0" baseline="0" dirty="0">
                <a:solidFill>
                  <a:srgbClr val="C39465"/>
                </a:solidFill>
                <a:latin typeface="+mn-lt"/>
                <a:ea typeface="+mn-ea"/>
                <a:cs typeface="+mn-cs"/>
              </a:rPr>
              <a:t>Total orders per salesperson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500" b="1" i="0" u="none" strike="noStrike" kern="1200" cap="all" spc="100" normalizeH="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'Solve Questions'!$D$92</c:f>
              <c:strCache>
                <c:ptCount val="1"/>
                <c:pt idx="0">
                  <c:v>orders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'Solve Questions'!$C$93:$C$102</c:f>
              <c:strCache>
                <c:ptCount val="10"/>
                <c:pt idx="0">
                  <c:v>Ahmed said </c:v>
                </c:pt>
                <c:pt idx="1">
                  <c:v>Abd alrahman mohamed </c:v>
                </c:pt>
                <c:pt idx="2">
                  <c:v>Mohamed galal</c:v>
                </c:pt>
                <c:pt idx="3">
                  <c:v>Samira mostafa </c:v>
                </c:pt>
                <c:pt idx="4">
                  <c:v>Husein Augar</c:v>
                </c:pt>
                <c:pt idx="5">
                  <c:v>Mohamed Ali</c:v>
                </c:pt>
                <c:pt idx="6">
                  <c:v>Rahma mostafa </c:v>
                </c:pt>
                <c:pt idx="7">
                  <c:v>Sara khaled </c:v>
                </c:pt>
                <c:pt idx="8">
                  <c:v>Hesham gamal </c:v>
                </c:pt>
                <c:pt idx="9">
                  <c:v>Hassan ahmed </c:v>
                </c:pt>
              </c:strCache>
            </c:strRef>
          </c:cat>
          <c:val>
            <c:numRef>
              <c:f>'Solve Questions'!$D$93:$D$102</c:f>
              <c:numCache>
                <c:formatCode>General</c:formatCode>
                <c:ptCount val="10"/>
                <c:pt idx="0">
                  <c:v>26</c:v>
                </c:pt>
                <c:pt idx="1">
                  <c:v>27</c:v>
                </c:pt>
                <c:pt idx="2">
                  <c:v>28</c:v>
                </c:pt>
                <c:pt idx="3">
                  <c:v>29</c:v>
                </c:pt>
                <c:pt idx="4">
                  <c:v>30</c:v>
                </c:pt>
                <c:pt idx="5">
                  <c:v>32</c:v>
                </c:pt>
                <c:pt idx="6">
                  <c:v>34</c:v>
                </c:pt>
                <c:pt idx="7">
                  <c:v>34</c:v>
                </c:pt>
                <c:pt idx="8">
                  <c:v>34</c:v>
                </c:pt>
                <c:pt idx="9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67-4993-B27A-1938A94776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641610096"/>
        <c:axId val="1641608656"/>
      </c:barChart>
      <c:catAx>
        <c:axId val="1641610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608656"/>
        <c:crosses val="autoZero"/>
        <c:auto val="1"/>
        <c:lblAlgn val="ctr"/>
        <c:lblOffset val="100"/>
        <c:noMultiLvlLbl val="0"/>
      </c:catAx>
      <c:valAx>
        <c:axId val="164160865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41610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4">
        <a:lumMod val="60000"/>
        <a:lumOff val="40000"/>
      </a:schemeClr>
    </a:solidFill>
    <a:ln>
      <a:noFill/>
    </a:ln>
    <a:effectLst>
      <a:outerShdw blurRad="50800" dist="50800" dir="5400000" algn="ctr" rotWithShape="0">
        <a:schemeClr val="accent6">
          <a:lumMod val="40000"/>
          <a:lumOff val="60000"/>
        </a:scheme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'[test_session1 (1) (1).xlsx]Solve Questions'!$AB$11:$AB$16</cx:f>
        <cx:lvl ptCount="6">
          <cx:pt idx="0">Alex </cx:pt>
          <cx:pt idx="1">Sharm </cx:pt>
          <cx:pt idx="2">Al sharqia </cx:pt>
          <cx:pt idx="3">Al Gharbia </cx:pt>
          <cx:pt idx="4">Cairo</cx:pt>
          <cx:pt idx="5">Giza </cx:pt>
        </cx:lvl>
      </cx:strDim>
      <cx:numDim type="val">
        <cx:f>'[test_session1 (1) (1).xlsx]Solve Questions'!$AC$11:$AC$16</cx:f>
        <cx:lvl ptCount="6" formatCode="General">
          <cx:pt idx="0">9943</cx:pt>
          <cx:pt idx="1">9079</cx:pt>
          <cx:pt idx="2">8770</cx:pt>
          <cx:pt idx="3">7973</cx:pt>
          <cx:pt idx="4">7508</cx:pt>
          <cx:pt idx="5">6497</cx:pt>
        </cx:lvl>
      </cx:numDim>
    </cx:data>
  </cx:chartData>
  <cx:chart>
    <cx:title pos="t" align="ctr" overlay="0">
      <cx:tx>
        <cx:txData>
          <cx:v>Units sales per region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600" b="1" i="0" u="none" strike="noStrike" kern="1200" cap="all" baseline="0" dirty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rPr>
            <a:t>Units sales per region</a:t>
          </a:r>
        </a:p>
      </cx:txPr>
    </cx:title>
    <cx:plotArea>
      <cx:plotAreaRegion>
        <cx:series layoutId="funnel" uniqueId="{923D2055-9FF3-4387-9AC4-F68C8604ADDF}">
          <cx:tx>
            <cx:txData>
              <cx:f>'[test_session1 (1) (1).xlsx]Solve Questions'!$AC$10</cx:f>
              <cx:v>Units</cx:v>
            </cx:txData>
          </cx:tx>
          <cx:dataLabels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85">
  <cs:axisTitle>
    <cs:lnRef idx="0"/>
    <cs:fillRef idx="0"/>
    <cs:effectRef idx="0"/>
    <cs:fontRef idx="minor">
      <a:schemeClr val="lt1"/>
    </cs:fontRef>
    <cs:defRPr sz="1197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9525" cap="flat" cmpd="sng" algn="ctr">
        <a:solidFill>
          <a:schemeClr val="phClr">
            <a:lumMod val="40000"/>
            <a:lumOff val="60000"/>
            <a:alpha val="25000"/>
          </a:schemeClr>
        </a:solidFill>
        <a:round/>
      </a:ln>
    </cs:spPr>
    <cs:defRPr sz="1197" kern="1200"/>
  </cs:categoryAxis>
  <cs:chartArea>
    <cs:lnRef idx="0">
      <cs:styleClr val="0"/>
    </cs:lnRef>
    <cs:fillRef idx="0">
      <cs:styleClr val="0"/>
    </cs:fillRef>
    <cs:effectRef idx="0"/>
    <cs:fontRef idx="minor">
      <a:schemeClr val="lt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tx1"/>
    </cs:fontRef>
    <cs:spPr>
      <a:gradFill>
        <a:gsLst>
          <a:gs pos="0">
            <a:schemeClr val="lt1">
              <a:alpha val="50000"/>
            </a:schemeClr>
          </a:gs>
          <a:gs pos="100000">
            <a:schemeClr val="lt1">
              <a:alpha val="0"/>
            </a:schemeClr>
          </a:gs>
        </a:gsLst>
        <a:lin ang="5400000" scaled="0"/>
      </a:gradFill>
      <a:ln>
        <a:solidFill>
          <a:schemeClr val="phClr"/>
        </a:solidFill>
      </a:ln>
      <a:effectLst>
        <a:innerShdw dist="38100" dir="16200000">
          <a:schemeClr val="lt1"/>
        </a:innerShdw>
      </a:effectLst>
    </cs:spPr>
  </cs:dataPoint>
  <cs:dataPoint3D>
    <cs:lnRef idx="0">
      <cs:styleClr val="auto"/>
    </cs:lnRef>
    <cs:fillRef idx="0"/>
    <cs:effectRef idx="0"/>
    <cs:fontRef idx="minor">
      <a:schemeClr val="lt1"/>
    </cs:fontRef>
    <cs:spPr>
      <a:gradFill>
        <a:gsLst>
          <a:gs pos="0">
            <a:schemeClr val="lt1">
              <a:alpha val="50000"/>
            </a:schemeClr>
          </a:gs>
          <a:gs pos="100000">
            <a:schemeClr val="lt1">
              <a:alpha val="0"/>
            </a:schemeClr>
          </a:gs>
        </a:gsLst>
        <a:lin ang="5400000" scaled="0"/>
      </a:gradFill>
      <a:ln>
        <a:solidFill>
          <a:schemeClr val="phClr"/>
        </a:solidFill>
      </a:ln>
      <a:effectLst>
        <a:innerShdw dist="38100" dir="16200000">
          <a:schemeClr val="lt1"/>
        </a:innerShdw>
      </a:effectLst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lt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40000"/>
            <a:lumOff val="60000"/>
            <a:alpha val="25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lt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 cap="flat" cmpd="sng" algn="ctr">
        <a:gradFill>
          <a:gsLst>
            <a:gs pos="0">
              <a:schemeClr val="lt1"/>
            </a:gs>
            <a:gs pos="5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lt1"/>
    </cs:fontRef>
  </cs:floor>
  <cs:gridlineMajor>
    <cs:lnRef idx="0">
      <cs:styleClr val="0"/>
    </cs:lnRef>
    <cs:fillRef idx="0"/>
    <cs:effectRef idx="0"/>
    <cs:fontRef idx="minor">
      <a:schemeClr val="lt1"/>
    </cs:fontRef>
    <cs:spPr>
      <a:ln>
        <a:solidFill>
          <a:schemeClr val="phClr">
            <a:lumMod val="40000"/>
            <a:lumOff val="60000"/>
            <a:alpha val="25000"/>
          </a:schemeClr>
        </a:solidFill>
      </a:ln>
    </cs:spPr>
  </cs:gridlineMajor>
  <cs:gridlineMinor>
    <cs:lnRef idx="0">
      <cs:styleClr val="0"/>
    </cs:lnRef>
    <cs:fillRef idx="0"/>
    <cs:effectRef idx="0"/>
    <cs:fontRef idx="minor">
      <a:schemeClr val="lt1"/>
    </cs:fontRef>
    <cs:spPr>
      <a:ln>
        <a:solidFill>
          <a:schemeClr val="phClr">
            <a:lumMod val="40000"/>
            <a:lumOff val="60000"/>
            <a:alpha val="25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</cs:hiLoLine>
  <cs:leader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9525" cap="flat" cmpd="sng" algn="ctr">
        <a:solidFill>
          <a:schemeClr val="phClr">
            <a:lumMod val="40000"/>
            <a:lumOff val="60000"/>
            <a:alpha val="25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lt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lt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  <cs:bodyPr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3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0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68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1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8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4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1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7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06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Chocolates in a box">
            <a:extLst>
              <a:ext uri="{FF2B5EF4-FFF2-40B4-BE49-F238E27FC236}">
                <a16:creationId xmlns:a16="http://schemas.microsoft.com/office/drawing/2014/main" id="{C8935815-03C0-B9F5-3B5E-623E0DE425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233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4B992-A781-2773-BD8F-2B711071B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546240" cy="40054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800" dirty="0"/>
              <a:t>Chocolate sales analysis for 2023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121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E2C5A1F-D80B-8F96-4F0E-A1779A36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25000"/>
                  </a:schemeClr>
                </a:solidFill>
              </a:rPr>
              <a:t>2023 kip’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642BC6-DC18-AE94-669F-19A5D1DF9CD1}"/>
              </a:ext>
            </a:extLst>
          </p:cNvPr>
          <p:cNvSpPr/>
          <p:nvPr/>
        </p:nvSpPr>
        <p:spPr>
          <a:xfrm>
            <a:off x="358807" y="1678029"/>
            <a:ext cx="2374561" cy="136469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+mj-lt"/>
              </a:rPr>
              <a:t>Total Sales</a:t>
            </a:r>
          </a:p>
          <a:p>
            <a:r>
              <a:rPr lang="en-US" dirty="0">
                <a:latin typeface="+mj-lt"/>
              </a:rPr>
              <a:t>$203,538,699  </a:t>
            </a:r>
          </a:p>
        </p:txBody>
      </p:sp>
      <p:pic>
        <p:nvPicPr>
          <p:cNvPr id="9" name="Graphic 8" descr="Flying Money outline">
            <a:extLst>
              <a:ext uri="{FF2B5EF4-FFF2-40B4-BE49-F238E27FC236}">
                <a16:creationId xmlns:a16="http://schemas.microsoft.com/office/drawing/2014/main" id="{AC875F55-EAF1-B95A-425A-9878A4FEA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1211" y="2174341"/>
            <a:ext cx="914400" cy="9144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283400-B1B7-2062-E767-A6D7EFC65B8D}"/>
              </a:ext>
            </a:extLst>
          </p:cNvPr>
          <p:cNvSpPr/>
          <p:nvPr/>
        </p:nvSpPr>
        <p:spPr>
          <a:xfrm>
            <a:off x="2928948" y="1638662"/>
            <a:ext cx="2413365" cy="136469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+mj-lt"/>
              </a:rPr>
              <a:t>Total Orders</a:t>
            </a:r>
          </a:p>
          <a:p>
            <a:r>
              <a:rPr lang="en-US" dirty="0">
                <a:latin typeface="+mj-lt"/>
              </a:rPr>
              <a:t>315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8ECC5B-77BF-78B6-D9D3-384081D09F38}"/>
              </a:ext>
            </a:extLst>
          </p:cNvPr>
          <p:cNvSpPr/>
          <p:nvPr/>
        </p:nvSpPr>
        <p:spPr>
          <a:xfrm>
            <a:off x="5624052" y="1590877"/>
            <a:ext cx="2281083" cy="141247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+mj-lt"/>
              </a:rPr>
              <a:t>Products we offer</a:t>
            </a:r>
          </a:p>
          <a:p>
            <a:r>
              <a:rPr lang="en-US" dirty="0">
                <a:latin typeface="+mj-lt"/>
              </a:rPr>
              <a:t>22</a:t>
            </a:r>
          </a:p>
        </p:txBody>
      </p:sp>
      <p:pic>
        <p:nvPicPr>
          <p:cNvPr id="17" name="Graphic 16" descr="Receipt with solid fill">
            <a:extLst>
              <a:ext uri="{FF2B5EF4-FFF2-40B4-BE49-F238E27FC236}">
                <a16:creationId xmlns:a16="http://schemas.microsoft.com/office/drawing/2014/main" id="{F642FD3B-0573-9612-CE79-72B430423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5506" y="2249028"/>
            <a:ext cx="730129" cy="730129"/>
          </a:xfrm>
          <a:prstGeom prst="rect">
            <a:avLst/>
          </a:prstGeom>
        </p:spPr>
      </p:pic>
      <p:pic>
        <p:nvPicPr>
          <p:cNvPr id="21" name="Graphic 20" descr="Chocolate outline">
            <a:extLst>
              <a:ext uri="{FF2B5EF4-FFF2-40B4-BE49-F238E27FC236}">
                <a16:creationId xmlns:a16="http://schemas.microsoft.com/office/drawing/2014/main" id="{13EAE890-3D9F-C903-B3A1-3F0CFD949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57120" y="2146102"/>
            <a:ext cx="857250" cy="85725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5128C32-3C94-13C7-149B-82332960B457}"/>
              </a:ext>
            </a:extLst>
          </p:cNvPr>
          <p:cNvSpPr/>
          <p:nvPr/>
        </p:nvSpPr>
        <p:spPr>
          <a:xfrm>
            <a:off x="8598012" y="1590876"/>
            <a:ext cx="2281083" cy="141247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+mj-lt"/>
              </a:rPr>
              <a:t>Salespersons </a:t>
            </a:r>
          </a:p>
          <a:p>
            <a:r>
              <a:rPr lang="en-US" dirty="0">
                <a:latin typeface="+mj-lt"/>
              </a:rPr>
              <a:t>10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3FB841-3025-4C32-E705-F5C3F7B0C2D0}"/>
              </a:ext>
            </a:extLst>
          </p:cNvPr>
          <p:cNvSpPr/>
          <p:nvPr/>
        </p:nvSpPr>
        <p:spPr>
          <a:xfrm>
            <a:off x="5751723" y="3701080"/>
            <a:ext cx="2291064" cy="141247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+mj-lt"/>
              </a:rPr>
              <a:t>Average Products Amount </a:t>
            </a:r>
          </a:p>
          <a:p>
            <a:r>
              <a:rPr lang="en-US" dirty="0">
                <a:latin typeface="+mj-lt"/>
              </a:rPr>
              <a:t>4,210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05BDE35-55AE-748D-6610-3F417441AB3D}"/>
              </a:ext>
            </a:extLst>
          </p:cNvPr>
          <p:cNvSpPr/>
          <p:nvPr/>
        </p:nvSpPr>
        <p:spPr>
          <a:xfrm>
            <a:off x="2999444" y="3727254"/>
            <a:ext cx="2413365" cy="141247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+mj-lt"/>
              </a:rPr>
              <a:t>Average Selling Units</a:t>
            </a:r>
          </a:p>
          <a:p>
            <a:r>
              <a:rPr lang="en-US" dirty="0">
                <a:latin typeface="+mj-lt"/>
              </a:rPr>
              <a:t>152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8DE241-61C5-F089-55C5-A8B7FC425788}"/>
              </a:ext>
            </a:extLst>
          </p:cNvPr>
          <p:cNvSpPr/>
          <p:nvPr/>
        </p:nvSpPr>
        <p:spPr>
          <a:xfrm>
            <a:off x="378471" y="3701081"/>
            <a:ext cx="2374561" cy="141247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+mj-lt"/>
              </a:rPr>
              <a:t>Selling Regions</a:t>
            </a:r>
          </a:p>
          <a:p>
            <a:r>
              <a:rPr lang="en-US" dirty="0">
                <a:latin typeface="+mj-lt"/>
              </a:rPr>
              <a:t>6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3E80DCE-BD3D-C16E-3AAF-ECCED0BF57E5}"/>
              </a:ext>
            </a:extLst>
          </p:cNvPr>
          <p:cNvSpPr/>
          <p:nvPr/>
        </p:nvSpPr>
        <p:spPr>
          <a:xfrm>
            <a:off x="8582189" y="3640058"/>
            <a:ext cx="2405359" cy="157928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+mj-lt"/>
              </a:rPr>
              <a:t>Highest Selling Quarter </a:t>
            </a:r>
          </a:p>
          <a:p>
            <a:r>
              <a:rPr lang="en-US" dirty="0">
                <a:latin typeface="+mj-lt"/>
              </a:rPr>
              <a:t>(Q1 </a:t>
            </a:r>
            <a:r>
              <a:rPr lang="en-US" dirty="0"/>
              <a:t> $65,865,534) 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8" name="Graphic 27" descr="Group outline">
            <a:extLst>
              <a:ext uri="{FF2B5EF4-FFF2-40B4-BE49-F238E27FC236}">
                <a16:creationId xmlns:a16="http://schemas.microsoft.com/office/drawing/2014/main" id="{AE283018-5AA0-AD2B-0619-A222320ACC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26471" y="2174342"/>
            <a:ext cx="868635" cy="803966"/>
          </a:xfrm>
          <a:prstGeom prst="rect">
            <a:avLst/>
          </a:prstGeom>
        </p:spPr>
      </p:pic>
      <p:pic>
        <p:nvPicPr>
          <p:cNvPr id="30" name="Graphic 29" descr="Map with pin outline">
            <a:extLst>
              <a:ext uri="{FF2B5EF4-FFF2-40B4-BE49-F238E27FC236}">
                <a16:creationId xmlns:a16="http://schemas.microsoft.com/office/drawing/2014/main" id="{E778D023-804F-4832-1DBD-27E53FD98C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6130" y="4244278"/>
            <a:ext cx="914400" cy="914400"/>
          </a:xfrm>
          <a:prstGeom prst="rect">
            <a:avLst/>
          </a:prstGeom>
        </p:spPr>
      </p:pic>
      <p:pic>
        <p:nvPicPr>
          <p:cNvPr id="32" name="Graphic 31" descr="Good Inventory outline">
            <a:extLst>
              <a:ext uri="{FF2B5EF4-FFF2-40B4-BE49-F238E27FC236}">
                <a16:creationId xmlns:a16="http://schemas.microsoft.com/office/drawing/2014/main" id="{A7E5D226-16A4-9CF1-95D1-1D29BAE718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99162" y="4304938"/>
            <a:ext cx="914400" cy="914400"/>
          </a:xfrm>
          <a:prstGeom prst="rect">
            <a:avLst/>
          </a:prstGeom>
        </p:spPr>
      </p:pic>
      <p:pic>
        <p:nvPicPr>
          <p:cNvPr id="36" name="Graphic 35" descr="Gantt Chart outline">
            <a:extLst>
              <a:ext uri="{FF2B5EF4-FFF2-40B4-BE49-F238E27FC236}">
                <a16:creationId xmlns:a16="http://schemas.microsoft.com/office/drawing/2014/main" id="{8596F439-B779-CECF-7169-3D37663EDC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93506" y="4279130"/>
            <a:ext cx="914400" cy="914400"/>
          </a:xfrm>
          <a:prstGeom prst="rect">
            <a:avLst/>
          </a:prstGeom>
        </p:spPr>
      </p:pic>
      <p:pic>
        <p:nvPicPr>
          <p:cNvPr id="38" name="Graphic 37" descr="Upward trend outline">
            <a:extLst>
              <a:ext uri="{FF2B5EF4-FFF2-40B4-BE49-F238E27FC236}">
                <a16:creationId xmlns:a16="http://schemas.microsoft.com/office/drawing/2014/main" id="{B76203D7-0615-77F1-3796-294F1A48B26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90506" y="4509157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4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2CF2-599C-2D35-0CBF-A39928D62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756986"/>
            <a:ext cx="10691265" cy="65379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Regions Analysis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B1D9D9C-1EAC-82FE-4423-EE112ED6E2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822827"/>
              </p:ext>
            </p:extLst>
          </p:nvPr>
        </p:nvGraphicFramePr>
        <p:xfrm>
          <a:off x="258421" y="1347918"/>
          <a:ext cx="5117726" cy="2963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8AA1B8-2C84-E496-6365-3B6A4FC03A57}"/>
              </a:ext>
            </a:extLst>
          </p:cNvPr>
          <p:cNvSpPr txBox="1"/>
          <p:nvPr/>
        </p:nvSpPr>
        <p:spPr>
          <a:xfrm>
            <a:off x="258421" y="4439021"/>
            <a:ext cx="1113348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Sharm and Al Sharqia each account for nearly 50% of sales per region, with approximately 90 million in total sales per region.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Al Sharqia had the highest unit sales, while Sharm has lower unit sales but generated higher total sales.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Giza had the lowest sales, and the fewest units sold.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Alex, Cairo, and Gharbia had similar sales figures and unit volume.</a:t>
            </a:r>
          </a:p>
          <a:p>
            <a:pPr marL="171450" indent="-1714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1200" dirty="0"/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13DDD0D5-1147-B98B-0971-5BBB27A24A0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71548831"/>
                  </p:ext>
                </p:extLst>
              </p:nvPr>
            </p:nvGraphicFramePr>
            <p:xfrm>
              <a:off x="6317225" y="1347918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13DDD0D5-1147-B98B-0971-5BBB27A24A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7225" y="1347918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547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C19B-5799-A676-A52A-0461677E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Products Analysis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637E69B-B5FB-4F61-7D9C-5112A0CC2E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6923581"/>
              </p:ext>
            </p:extLst>
          </p:nvPr>
        </p:nvGraphicFramePr>
        <p:xfrm>
          <a:off x="5758463" y="944764"/>
          <a:ext cx="6299696" cy="35092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1633F9F-2BA5-7134-FF82-E95DB9BFFE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8002616"/>
              </p:ext>
            </p:extLst>
          </p:nvPr>
        </p:nvGraphicFramePr>
        <p:xfrm>
          <a:off x="288619" y="1568196"/>
          <a:ext cx="5616389" cy="2885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B506EE-95FC-974C-1729-F9A980877E65}"/>
              </a:ext>
            </a:extLst>
          </p:cNvPr>
          <p:cNvSpPr txBox="1"/>
          <p:nvPr/>
        </p:nvSpPr>
        <p:spPr>
          <a:xfrm>
            <a:off x="934065" y="4621161"/>
            <a:ext cx="10274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 best-selling product were caramel stuffed bars, Maked high Revenue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 70% Dark Bites and Smooth Silky Salty had high demand and from TOP-5 selling products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Choco Coated Almonds sold fewest units but had high selling revenues 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40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4020-782E-439E-2B8E-1AA852E6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66916"/>
          </a:xfrm>
        </p:spPr>
        <p:txBody>
          <a:bodyPr/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Monthly</a:t>
            </a:r>
            <a:r>
              <a:rPr lang="en-US" dirty="0"/>
              <a:t>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Review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6D65996-29B8-46CC-7357-8AF34302A3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8698356"/>
              </p:ext>
            </p:extLst>
          </p:nvPr>
        </p:nvGraphicFramePr>
        <p:xfrm>
          <a:off x="0" y="1649361"/>
          <a:ext cx="6685936" cy="3263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7A24B6F-F74A-D047-452E-C011A779E2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4292611"/>
              </p:ext>
            </p:extLst>
          </p:nvPr>
        </p:nvGraphicFramePr>
        <p:xfrm>
          <a:off x="6710948" y="1649362"/>
          <a:ext cx="5481052" cy="3263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4E85B4-5D22-1327-D913-8B907E190F82}"/>
              </a:ext>
            </a:extLst>
          </p:cNvPr>
          <p:cNvSpPr txBox="1"/>
          <p:nvPr/>
        </p:nvSpPr>
        <p:spPr>
          <a:xfrm>
            <a:off x="452284" y="4912515"/>
            <a:ext cx="11169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January generated the highest revenue and sales, despite having the fewest orders.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Sales and orders were typically at their lowest in November.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October had the highest number of orders but not the highest revenue.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Sales declined gradually over four quarters, while order volume increased steadily.</a:t>
            </a:r>
          </a:p>
        </p:txBody>
      </p:sp>
    </p:spTree>
    <p:extLst>
      <p:ext uri="{BB962C8B-B14F-4D97-AF65-F5344CB8AC3E}">
        <p14:creationId xmlns:p14="http://schemas.microsoft.com/office/powerpoint/2010/main" val="3628482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19ADD-B8CA-93CF-3E34-2CBEC58E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Salespersons performance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BD23D7E-1700-AA5C-1B19-B6EB7C11B3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0600556"/>
              </p:ext>
            </p:extLst>
          </p:nvPr>
        </p:nvGraphicFramePr>
        <p:xfrm>
          <a:off x="0" y="1676351"/>
          <a:ext cx="6709056" cy="2354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F3E80C8-99DA-CDE3-42F3-678283B4A4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5536446"/>
              </p:ext>
            </p:extLst>
          </p:nvPr>
        </p:nvGraphicFramePr>
        <p:xfrm>
          <a:off x="6784258" y="1582994"/>
          <a:ext cx="5407742" cy="24482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EF60A8-D9C6-E6F5-004B-F8989032B32A}"/>
              </a:ext>
            </a:extLst>
          </p:cNvPr>
          <p:cNvSpPr txBox="1"/>
          <p:nvPr/>
        </p:nvSpPr>
        <p:spPr>
          <a:xfrm>
            <a:off x="0" y="469981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39465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Sara Khaled led the highest sales with $24.6M, despite not having the highest number of orders.</a:t>
            </a:r>
          </a:p>
          <a:p>
            <a:pPr marL="285750" indent="-285750">
              <a:buClr>
                <a:srgbClr val="C39465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Hassan Ahmed recorded highest number of orders but less ranking in total sales</a:t>
            </a:r>
          </a:p>
          <a:p>
            <a:pPr marL="285750" indent="-285750">
              <a:buClr>
                <a:srgbClr val="C39465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Ahmed Said and Abdel Rahman Mohamed both had lower total sales and fewer orders.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6F3389B-BBDE-CD35-EA2A-8490E34F3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Arial" panose="020B0604020202020204" pitchFamily="34" charset="0"/>
              </a:rPr>
              <a:t>Hassan Ahmed had the highest number of orders but a lower ranking in total sales.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Inter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3200355-F988-76B1-6FF3-4A93F1993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24599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Inter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07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A035-9C84-2400-159B-60A95BED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170123753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334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Calisto MT</vt:lpstr>
      <vt:lpstr>Inter</vt:lpstr>
      <vt:lpstr>Wingdings</vt:lpstr>
      <vt:lpstr>ChronicleVTI</vt:lpstr>
      <vt:lpstr>Chocolate sales analysis for 2023</vt:lpstr>
      <vt:lpstr>2023 kip’s</vt:lpstr>
      <vt:lpstr>Regions Analysis </vt:lpstr>
      <vt:lpstr>Products Analysis </vt:lpstr>
      <vt:lpstr>Monthly Review</vt:lpstr>
      <vt:lpstr>Salespersons performance</vt:lpstr>
      <vt:lpstr>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Sandy Medhat</dc:creator>
  <cp:lastModifiedBy>Sandy Medhat</cp:lastModifiedBy>
  <cp:revision>3</cp:revision>
  <dcterms:created xsi:type="dcterms:W3CDTF">2025-07-15T17:52:29Z</dcterms:created>
  <dcterms:modified xsi:type="dcterms:W3CDTF">2025-07-18T13:40:45Z</dcterms:modified>
</cp:coreProperties>
</file>